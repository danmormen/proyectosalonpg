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291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1" i="0">
                <a:solidFill>
                  <a:srgbClr val="FEFEFE"/>
                </a:solidFill>
              </a:rPr>
              <a:t>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657600"/>
            <a:ext cx="3657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F0DEC5"/>
                </a:solidFill>
              </a:rPr>
              <a:t>Sistema de Gestion</a:t>
            </a:r>
            <a:br>
              <a:rPr lang="es-GT"/>
            </a:br>
            <a:r>
              <a:rPr sz="1000" b="0" i="0">
                <a:solidFill>
                  <a:srgbClr val="F0DEC5"/>
                </a:solidFill>
              </a:rPr>
              <a:t>de Salon de Belleza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371600"/>
            <a:ext cx="722376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200" b="1" i="0">
                <a:solidFill>
                  <a:srgbClr val="28201A"/>
                </a:solidFill>
              </a:rPr>
              <a:t>PonteGuapa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2999232"/>
            <a:ext cx="3474720" cy="54864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3154680"/>
            <a:ext cx="7223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6A5E52"/>
                </a:solidFill>
              </a:rPr>
              <a:t>Diagramas de Flujo del Sistema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749039"/>
            <a:ext cx="7223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9E9082"/>
                </a:solidFill>
              </a:rPr>
              <a:t>Cliente  ·  Estilista  ·  Administrador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4983480"/>
            <a:ext cx="1965960" cy="457200"/>
          </a:xfrm>
          <a:prstGeom prst="roundRect">
            <a:avLst>
              <a:gd name="adj" fmla="val 11627"/>
            </a:avLst>
          </a:prstGeom>
          <a:solidFill>
            <a:srgbClr val="3A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4983480"/>
            <a:ext cx="1965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 i="0">
                <a:solidFill>
                  <a:srgbClr val="FEFEFE"/>
                </a:solidFill>
              </a:rPr>
              <a:t>Cliente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20" y="4983480"/>
            <a:ext cx="1965960" cy="457200"/>
          </a:xfrm>
          <a:prstGeom prst="roundRect">
            <a:avLst>
              <a:gd name="adj" fmla="val 11627"/>
            </a:avLst>
          </a:prstGeom>
          <a:solidFill>
            <a:srgbClr val="3A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4983480"/>
            <a:ext cx="1965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 i="0">
                <a:solidFill>
                  <a:srgbClr val="FEFEFE"/>
                </a:solidFill>
              </a:rPr>
              <a:t>Estilista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4983480"/>
            <a:ext cx="1965960" cy="457200"/>
          </a:xfrm>
          <a:prstGeom prst="roundRect">
            <a:avLst>
              <a:gd name="adj" fmla="val 11627"/>
            </a:avLst>
          </a:prstGeom>
          <a:solidFill>
            <a:srgbClr val="3A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4983480"/>
            <a:ext cx="1965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 i="0">
                <a:solidFill>
                  <a:srgbClr val="FEFEFE"/>
                </a:solidFill>
              </a:rPr>
              <a:t>Administrador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2C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EFEFE"/>
                </a:solidFill>
              </a:rPr>
              <a:t>Flujo — Cliente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703320" y="694944"/>
            <a:ext cx="8348472" cy="694944"/>
          </a:xfrm>
          <a:prstGeom prst="rect">
            <a:avLst/>
          </a:prstGeom>
          <a:solidFill>
            <a:srgbClr val="EE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03320" y="1431036"/>
            <a:ext cx="8348472" cy="694944"/>
          </a:xfrm>
          <a:prstGeom prst="rect">
            <a:avLst/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03320" y="2167128"/>
            <a:ext cx="8348472" cy="694944"/>
          </a:xfrm>
          <a:prstGeom prst="rect">
            <a:avLst/>
          </a:prstGeom>
          <a:solidFill>
            <a:srgbClr val="EE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03320" y="2903220"/>
            <a:ext cx="8348472" cy="694944"/>
          </a:xfrm>
          <a:prstGeom prst="rect">
            <a:avLst/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03320" y="3639312"/>
            <a:ext cx="8348472" cy="694944"/>
          </a:xfrm>
          <a:prstGeom prst="rect">
            <a:avLst/>
          </a:prstGeom>
          <a:solidFill>
            <a:srgbClr val="EE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03320" y="4375404"/>
            <a:ext cx="8348472" cy="694944"/>
          </a:xfrm>
          <a:prstGeom prst="rect">
            <a:avLst/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03320" y="5111496"/>
            <a:ext cx="8348472" cy="694944"/>
          </a:xfrm>
          <a:prstGeom prst="rect">
            <a:avLst/>
          </a:prstGeom>
          <a:solidFill>
            <a:srgbClr val="EE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" y="658368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" b="1" i="0">
                <a:solidFill>
                  <a:srgbClr val="9E9082"/>
                </a:solidFill>
              </a:rPr>
              <a:t>ACCESO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768096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3A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768096"/>
            <a:ext cx="1005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 i="0">
                <a:solidFill>
                  <a:srgbClr val="FEFEFE"/>
                </a:solidFill>
              </a:rPr>
              <a:t>INICIO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" y="1133856"/>
            <a:ext cx="0" cy="237744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82880" y="1371600"/>
            <a:ext cx="1508760" cy="475488"/>
          </a:xfrm>
          <a:prstGeom prst="roundRect">
            <a:avLst>
              <a:gd name="adj" fmla="val 2424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1371600"/>
            <a:ext cx="15087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1">
                <a:solidFill>
                  <a:srgbClr val="6A5E52"/>
                </a:solidFill>
              </a:rPr>
              <a:t>¿Tiene</a:t>
            </a:r>
            <a:br>
              <a:rPr lang="es-GT"/>
            </a:br>
            <a:r>
              <a:rPr sz="750" b="1" i="1">
                <a:solidFill>
                  <a:srgbClr val="6A5E52"/>
                </a:solidFill>
              </a:rPr>
              <a:t>cuenta?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9928" y="1408176"/>
            <a:ext cx="20116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00" b="1" i="0">
                <a:solidFill>
                  <a:srgbClr val="9E9082"/>
                </a:solidFill>
              </a:rPr>
              <a:t>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1856231"/>
            <a:ext cx="20116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00" b="1" i="0">
                <a:solidFill>
                  <a:srgbClr val="9E9082"/>
                </a:solidFill>
              </a:rPr>
              <a:t>NO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691640" y="1609344"/>
            <a:ext cx="228600" cy="0"/>
          </a:xfrm>
          <a:prstGeom prst="line">
            <a:avLst/>
          </a:prstGeom>
          <a:ln w="12700">
            <a:solidFill>
              <a:srgbClr val="B8A8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920240" y="1335024"/>
            <a:ext cx="1371600" cy="548640"/>
          </a:xfrm>
          <a:prstGeom prst="roundRect">
            <a:avLst>
              <a:gd name="adj" fmla="val 4000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20240" y="1335024"/>
            <a:ext cx="1371600" cy="2962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Login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1620316"/>
            <a:ext cx="1371600" cy="2633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Correo + contrasena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4400" y="1847088"/>
            <a:ext cx="0" cy="274320"/>
          </a:xfrm>
          <a:prstGeom prst="line">
            <a:avLst/>
          </a:prstGeom>
          <a:ln w="12700">
            <a:solidFill>
              <a:srgbClr val="B8A8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82880" y="2121408"/>
            <a:ext cx="1508760" cy="877824"/>
          </a:xfrm>
          <a:prstGeom prst="roundRect">
            <a:avLst>
              <a:gd name="adj" fmla="val 3636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" y="2121408"/>
            <a:ext cx="1508760" cy="474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Registro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" y="2577876"/>
            <a:ext cx="1508760" cy="4213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Nombre · Apellido · Correo</a:t>
            </a:r>
            <a:br>
              <a:rPr lang="es-GT"/>
            </a:br>
            <a:r>
              <a:rPr sz="580" b="0" i="0">
                <a:solidFill>
                  <a:srgbClr val="9E9082"/>
                </a:solidFill>
              </a:rPr>
              <a:t>Telefono · Contrasena · Fecha Nac.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606040" y="1883664"/>
            <a:ext cx="0" cy="1207008"/>
          </a:xfrm>
          <a:prstGeom prst="line">
            <a:avLst/>
          </a:prstGeom>
          <a:ln w="12700">
            <a:solidFill>
              <a:srgbClr val="B8A8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37259" y="2999232"/>
            <a:ext cx="0" cy="91440"/>
          </a:xfrm>
          <a:prstGeom prst="line">
            <a:avLst/>
          </a:prstGeom>
          <a:ln w="12700">
            <a:solidFill>
              <a:srgbClr val="B8A8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37259" y="3090672"/>
            <a:ext cx="1668781" cy="0"/>
          </a:xfrm>
          <a:prstGeom prst="line">
            <a:avLst/>
          </a:prstGeom>
          <a:ln w="12700">
            <a:solidFill>
              <a:srgbClr val="B8A8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771650" y="3090672"/>
            <a:ext cx="0" cy="146304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201168" y="3236976"/>
            <a:ext cx="3108960" cy="914400"/>
          </a:xfrm>
          <a:prstGeom prst="roundRect">
            <a:avLst>
              <a:gd name="adj" fmla="val 2647"/>
            </a:avLst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168" y="3236976"/>
            <a:ext cx="3108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EFEFE"/>
                </a:solidFill>
              </a:rPr>
              <a:t>Pantalla Principal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" y="3712464"/>
            <a:ext cx="3108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F0DEC5"/>
                </a:solidFill>
              </a:rPr>
              <a:t>Servicios · Puntos · Promos · Citas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310128" y="3694176"/>
            <a:ext cx="91440" cy="0"/>
          </a:xfrm>
          <a:prstGeom prst="line">
            <a:avLst/>
          </a:prstGeom>
          <a:ln w="12700">
            <a:solidFill>
              <a:srgbClr val="B8A8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01568" y="1042415"/>
            <a:ext cx="0" cy="4416553"/>
          </a:xfrm>
          <a:prstGeom prst="line">
            <a:avLst/>
          </a:prstGeom>
          <a:ln w="12700">
            <a:solidFill>
              <a:srgbClr val="B8A8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401568" y="1042415"/>
            <a:ext cx="30175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401568" y="1778508"/>
            <a:ext cx="30175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401568" y="2514600"/>
            <a:ext cx="30175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401568" y="3250691"/>
            <a:ext cx="30175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401568" y="3986784"/>
            <a:ext cx="30175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401568" y="4722876"/>
            <a:ext cx="30175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401568" y="5458968"/>
            <a:ext cx="30175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703320" y="658368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" b="1" i="0">
                <a:solidFill>
                  <a:srgbClr val="9E9082"/>
                </a:solidFill>
              </a:rPr>
              <a:t>MODULOS DEL CLIENTE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03320" y="749808"/>
            <a:ext cx="1170432" cy="585216"/>
          </a:xfrm>
          <a:prstGeom prst="roundRect">
            <a:avLst>
              <a:gd name="adj" fmla="val 4687"/>
            </a:avLst>
          </a:prstGeom>
          <a:solidFill>
            <a:srgbClr val="E8DDD0"/>
          </a:solidFill>
          <a:ln w="9525">
            <a:solidFill>
              <a:srgbClr val="C0B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703320" y="749808"/>
            <a:ext cx="64008" cy="585216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94759" y="923544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3A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94759" y="923544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1" i="0">
                <a:solidFill>
                  <a:srgbClr val="FEFEFE"/>
                </a:solidFill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87368" y="749808"/>
            <a:ext cx="758952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i="0">
                <a:solidFill>
                  <a:srgbClr val="28201A"/>
                </a:solidFill>
              </a:rPr>
              <a:t>Agendar Cita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873752" y="1042415"/>
            <a:ext cx="45720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4919472" y="749808"/>
            <a:ext cx="1115568" cy="585216"/>
          </a:xfrm>
          <a:prstGeom prst="roundRect">
            <a:avLst>
              <a:gd name="adj" fmla="val 4918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19472" y="749808"/>
            <a:ext cx="1115568" cy="316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Elegir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servicio(s)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19472" y="1054120"/>
            <a:ext cx="1115568" cy="2809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precio y duracion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035040" y="1042415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6153912" y="749808"/>
            <a:ext cx="1115568" cy="585216"/>
          </a:xfrm>
          <a:prstGeom prst="roundRect">
            <a:avLst>
              <a:gd name="adj" fmla="val 4918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53912" y="749808"/>
            <a:ext cx="1115568" cy="316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Elegir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estilista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53912" y="1054120"/>
            <a:ext cx="1115568" cy="2809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filtra por especialidad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269480" y="1042415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7388352" y="749808"/>
            <a:ext cx="1115568" cy="585216"/>
          </a:xfrm>
          <a:prstGeom prst="roundRect">
            <a:avLst>
              <a:gd name="adj" fmla="val 4918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88352" y="749808"/>
            <a:ext cx="1115568" cy="316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Elegir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fecha y hora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88352" y="1054120"/>
            <a:ext cx="1115568" cy="2809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slots en tiempo real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503920" y="1042415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8622792" y="749808"/>
            <a:ext cx="1115568" cy="585216"/>
          </a:xfrm>
          <a:prstGeom prst="roundRect">
            <a:avLst>
              <a:gd name="adj" fmla="val 4918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22792" y="749808"/>
            <a:ext cx="1115568" cy="316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Confirmar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reserva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22792" y="1054120"/>
            <a:ext cx="1115568" cy="2809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resumen + promo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9738360" y="1042415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9857232" y="749808"/>
            <a:ext cx="1115568" cy="585216"/>
          </a:xfrm>
          <a:prstGeom prst="roundRect">
            <a:avLst>
              <a:gd name="adj" fmla="val 4918"/>
            </a:avLst>
          </a:prstGeom>
          <a:solidFill>
            <a:srgbClr val="3A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857232" y="749808"/>
            <a:ext cx="1115568" cy="316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FEFEFE"/>
                </a:solidFill>
              </a:rPr>
              <a:t>Cita</a:t>
            </a:r>
            <a:br>
              <a:rPr lang="es-GT"/>
            </a:br>
            <a:r>
              <a:rPr sz="750" b="1" i="0">
                <a:solidFill>
                  <a:srgbClr val="FEFEFE"/>
                </a:solidFill>
              </a:rPr>
              <a:t>Confirmada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57232" y="1054120"/>
            <a:ext cx="1115568" cy="2809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8A7860"/>
                </a:solidFill>
              </a:rPr>
              <a:t>correo de confirmacion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03320" y="1485900"/>
            <a:ext cx="1170432" cy="585216"/>
          </a:xfrm>
          <a:prstGeom prst="roundRect">
            <a:avLst>
              <a:gd name="adj" fmla="val 4687"/>
            </a:avLst>
          </a:prstGeom>
          <a:solidFill>
            <a:srgbClr val="E8DDD0"/>
          </a:solidFill>
          <a:ln w="9525">
            <a:solidFill>
              <a:srgbClr val="C0B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703320" y="1485900"/>
            <a:ext cx="64008" cy="585216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794759" y="165963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3A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794759" y="1659636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1" i="0">
                <a:solidFill>
                  <a:srgbClr val="FEFEFE"/>
                </a:solidFill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87368" y="1485900"/>
            <a:ext cx="758952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i="0">
                <a:solidFill>
                  <a:srgbClr val="28201A"/>
                </a:solidFill>
              </a:rPr>
              <a:t>Mis Citas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4873752" y="1778508"/>
            <a:ext cx="45720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4919472" y="1485900"/>
            <a:ext cx="1115568" cy="585216"/>
          </a:xfrm>
          <a:prstGeom prst="roundRect">
            <a:avLst>
              <a:gd name="adj" fmla="val 4918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919472" y="1485900"/>
            <a:ext cx="1115568" cy="316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Ver proximas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y pasadas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919472" y="1790212"/>
            <a:ext cx="1115568" cy="2809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listado cronologico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6035040" y="1778508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6153912" y="1485900"/>
            <a:ext cx="1115568" cy="585216"/>
          </a:xfrm>
          <a:prstGeom prst="roundRect">
            <a:avLst>
              <a:gd name="adj" fmla="val 4918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53912" y="1485900"/>
            <a:ext cx="1115568" cy="316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Ver detalle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de cita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53912" y="1790212"/>
            <a:ext cx="1115568" cy="2809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servicio · estilista · hora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7269480" y="1778508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7388352" y="1485900"/>
            <a:ext cx="1115568" cy="585216"/>
          </a:xfrm>
          <a:prstGeom prst="roundRect">
            <a:avLst>
              <a:gd name="adj" fmla="val 4918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388352" y="1485900"/>
            <a:ext cx="1115568" cy="316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Confirmar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asistencia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88352" y="1790212"/>
            <a:ext cx="1115568" cy="2809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hasta 24 h antes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8503920" y="1778508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8622792" y="1485900"/>
            <a:ext cx="1115568" cy="585216"/>
          </a:xfrm>
          <a:prstGeom prst="roundRect">
            <a:avLst>
              <a:gd name="adj" fmla="val 4918"/>
            </a:avLst>
          </a:prstGeom>
          <a:solidFill>
            <a:srgbClr val="3A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622792" y="1485900"/>
            <a:ext cx="1115568" cy="316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FEFEFE"/>
                </a:solidFill>
              </a:rPr>
              <a:t>Cancelar</a:t>
            </a:r>
            <a:br>
              <a:rPr lang="es-GT"/>
            </a:br>
            <a:r>
              <a:rPr sz="750" b="1" i="0">
                <a:solidFill>
                  <a:srgbClr val="FEFEFE"/>
                </a:solidFill>
              </a:rPr>
              <a:t>cita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622792" y="1790212"/>
            <a:ext cx="1115568" cy="2809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8A7860"/>
                </a:solidFill>
              </a:rPr>
              <a:t>antes de 24 h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703320" y="2221992"/>
            <a:ext cx="1170432" cy="585216"/>
          </a:xfrm>
          <a:prstGeom prst="roundRect">
            <a:avLst>
              <a:gd name="adj" fmla="val 4687"/>
            </a:avLst>
          </a:prstGeom>
          <a:solidFill>
            <a:srgbClr val="E8DDD0"/>
          </a:solidFill>
          <a:ln w="9525">
            <a:solidFill>
              <a:srgbClr val="C0B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703320" y="2221992"/>
            <a:ext cx="64008" cy="585216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794759" y="2395728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3A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794759" y="2395728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1" i="0">
                <a:solidFill>
                  <a:srgbClr val="FEFEFE"/>
                </a:solidFill>
              </a:rPr>
              <a:t>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087368" y="2221992"/>
            <a:ext cx="758952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i="0">
                <a:solidFill>
                  <a:srgbClr val="28201A"/>
                </a:solidFill>
              </a:rPr>
              <a:t>Servicios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4873752" y="2514600"/>
            <a:ext cx="45720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4919472" y="2221992"/>
            <a:ext cx="1115568" cy="585216"/>
          </a:xfrm>
          <a:prstGeom prst="roundRect">
            <a:avLst>
              <a:gd name="adj" fmla="val 4918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919472" y="2221992"/>
            <a:ext cx="1115568" cy="316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Ver catalogo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919472" y="2526304"/>
            <a:ext cx="1115568" cy="2809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todos los servicios activos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6035040" y="2514600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6153912" y="2221992"/>
            <a:ext cx="1115568" cy="585216"/>
          </a:xfrm>
          <a:prstGeom prst="roundRect">
            <a:avLst>
              <a:gd name="adj" fmla="val 4918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153912" y="2221992"/>
            <a:ext cx="1115568" cy="316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Filtrar por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especialidad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153912" y="2526304"/>
            <a:ext cx="1115568" cy="2809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corte · color · unas...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7269480" y="2514600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ctangle 104"/>
          <p:cNvSpPr/>
          <p:nvPr/>
        </p:nvSpPr>
        <p:spPr>
          <a:xfrm>
            <a:off x="7388352" y="2221992"/>
            <a:ext cx="1115568" cy="585216"/>
          </a:xfrm>
          <a:prstGeom prst="roundRect">
            <a:avLst>
              <a:gd name="adj" fmla="val 4918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388352" y="2221992"/>
            <a:ext cx="1115568" cy="316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Ver detalle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388352" y="2526304"/>
            <a:ext cx="1115568" cy="2809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precio · duracion · estilista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8503920" y="2514600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ectangle 108"/>
          <p:cNvSpPr/>
          <p:nvPr/>
        </p:nvSpPr>
        <p:spPr>
          <a:xfrm>
            <a:off x="8622792" y="2221992"/>
            <a:ext cx="1115568" cy="585216"/>
          </a:xfrm>
          <a:prstGeom prst="roundRect">
            <a:avLst>
              <a:gd name="adj" fmla="val 4918"/>
            </a:avLst>
          </a:prstGeom>
          <a:solidFill>
            <a:srgbClr val="3A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622792" y="2221992"/>
            <a:ext cx="1115568" cy="316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FEFEFE"/>
                </a:solidFill>
              </a:rPr>
              <a:t>Reservar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622792" y="2526304"/>
            <a:ext cx="1115568" cy="2809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8A7860"/>
                </a:solidFill>
              </a:rPr>
              <a:t>continua a Agendar Cita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703320" y="2958084"/>
            <a:ext cx="1170432" cy="585216"/>
          </a:xfrm>
          <a:prstGeom prst="roundRect">
            <a:avLst>
              <a:gd name="adj" fmla="val 4687"/>
            </a:avLst>
          </a:prstGeom>
          <a:solidFill>
            <a:srgbClr val="E8DDD0"/>
          </a:solidFill>
          <a:ln w="9525">
            <a:solidFill>
              <a:srgbClr val="C0B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3703320" y="2958084"/>
            <a:ext cx="64008" cy="585216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3794759" y="313182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3A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794759" y="3131820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1" i="0">
                <a:solidFill>
                  <a:srgbClr val="FEFEFE"/>
                </a:solidFill>
              </a:rPr>
              <a:t>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087368" y="2958084"/>
            <a:ext cx="758952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i="0">
                <a:solidFill>
                  <a:srgbClr val="28201A"/>
                </a:solidFill>
              </a:rPr>
              <a:t>Promociones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4873752" y="3250691"/>
            <a:ext cx="45720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Rectangle 117"/>
          <p:cNvSpPr/>
          <p:nvPr/>
        </p:nvSpPr>
        <p:spPr>
          <a:xfrm>
            <a:off x="4919472" y="2958084"/>
            <a:ext cx="1115568" cy="585216"/>
          </a:xfrm>
          <a:prstGeom prst="roundRect">
            <a:avLst>
              <a:gd name="adj" fmla="val 4918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919472" y="2958084"/>
            <a:ext cx="1115568" cy="316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Ver promos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activas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919472" y="3262396"/>
            <a:ext cx="1115568" cy="2809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ordenadas por vigencia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6035040" y="3250691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ectangle 121"/>
          <p:cNvSpPr/>
          <p:nvPr/>
        </p:nvSpPr>
        <p:spPr>
          <a:xfrm>
            <a:off x="6153912" y="2958084"/>
            <a:ext cx="1115568" cy="585216"/>
          </a:xfrm>
          <a:prstGeom prst="roundRect">
            <a:avLst>
              <a:gd name="adj" fmla="val 4918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153912" y="2958084"/>
            <a:ext cx="1115568" cy="316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Ver detalle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153912" y="3262396"/>
            <a:ext cx="1115568" cy="2809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descuento · fechas · condiciones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7269480" y="3250691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ectangle 125"/>
          <p:cNvSpPr/>
          <p:nvPr/>
        </p:nvSpPr>
        <p:spPr>
          <a:xfrm>
            <a:off x="7388352" y="2958084"/>
            <a:ext cx="1115568" cy="585216"/>
          </a:xfrm>
          <a:prstGeom prst="roundRect">
            <a:avLst>
              <a:gd name="adj" fmla="val 4918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388352" y="2958084"/>
            <a:ext cx="1115568" cy="316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Seleccionar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promo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388352" y="3262396"/>
            <a:ext cx="1115568" cy="2809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aplica al reservar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8503920" y="3250691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ectangle 129"/>
          <p:cNvSpPr/>
          <p:nvPr/>
        </p:nvSpPr>
        <p:spPr>
          <a:xfrm>
            <a:off x="8622792" y="2958084"/>
            <a:ext cx="1115568" cy="585216"/>
          </a:xfrm>
          <a:prstGeom prst="roundRect">
            <a:avLst>
              <a:gd name="adj" fmla="val 4918"/>
            </a:avLst>
          </a:prstGeom>
          <a:solidFill>
            <a:srgbClr val="3A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622792" y="2958084"/>
            <a:ext cx="1115568" cy="316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FEFEFE"/>
                </a:solidFill>
              </a:rPr>
              <a:t>Cita con</a:t>
            </a:r>
            <a:br>
              <a:rPr lang="es-GT"/>
            </a:br>
            <a:r>
              <a:rPr sz="750" b="1" i="0">
                <a:solidFill>
                  <a:srgbClr val="FEFEFE"/>
                </a:solidFill>
              </a:rPr>
              <a:t>descuento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622792" y="3262396"/>
            <a:ext cx="1115568" cy="2809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8A7860"/>
                </a:solidFill>
              </a:rPr>
              <a:t>flujo Agendar Cita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703320" y="3694176"/>
            <a:ext cx="1170432" cy="585216"/>
          </a:xfrm>
          <a:prstGeom prst="roundRect">
            <a:avLst>
              <a:gd name="adj" fmla="val 4687"/>
            </a:avLst>
          </a:prstGeom>
          <a:solidFill>
            <a:srgbClr val="E8DDD0"/>
          </a:solidFill>
          <a:ln w="9525">
            <a:solidFill>
              <a:srgbClr val="C0B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3703320" y="3694176"/>
            <a:ext cx="64008" cy="585216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3794759" y="386791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3A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3794759" y="3867912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1" i="0">
                <a:solidFill>
                  <a:srgbClr val="FEFEFE"/>
                </a:solidFill>
              </a:rPr>
              <a:t>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087368" y="3694176"/>
            <a:ext cx="758952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i="0">
                <a:solidFill>
                  <a:srgbClr val="28201A"/>
                </a:solidFill>
              </a:rPr>
              <a:t>Recompensas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4873752" y="3986784"/>
            <a:ext cx="45720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Rectangle 138"/>
          <p:cNvSpPr/>
          <p:nvPr/>
        </p:nvSpPr>
        <p:spPr>
          <a:xfrm>
            <a:off x="4919472" y="3694176"/>
            <a:ext cx="1115568" cy="585216"/>
          </a:xfrm>
          <a:prstGeom prst="roundRect">
            <a:avLst>
              <a:gd name="adj" fmla="val 4918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4919472" y="3694176"/>
            <a:ext cx="1115568" cy="316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Ver puntos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acumulados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919472" y="3998488"/>
            <a:ext cx="1115568" cy="2809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saldo actual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6035040" y="3986784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Rectangle 142"/>
          <p:cNvSpPr/>
          <p:nvPr/>
        </p:nvSpPr>
        <p:spPr>
          <a:xfrm>
            <a:off x="6153912" y="3694176"/>
            <a:ext cx="1115568" cy="585216"/>
          </a:xfrm>
          <a:prstGeom prst="roundRect">
            <a:avLst>
              <a:gd name="adj" fmla="val 4918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153912" y="3694176"/>
            <a:ext cx="1115568" cy="316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Ver historial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153912" y="3998488"/>
            <a:ext cx="1115568" cy="2809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puntos ganados por cita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7269480" y="3986784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ectangle 146"/>
          <p:cNvSpPr/>
          <p:nvPr/>
        </p:nvSpPr>
        <p:spPr>
          <a:xfrm>
            <a:off x="7388352" y="3694176"/>
            <a:ext cx="1115568" cy="585216"/>
          </a:xfrm>
          <a:prstGeom prst="roundRect">
            <a:avLst>
              <a:gd name="adj" fmla="val 4918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7388352" y="3694176"/>
            <a:ext cx="1115568" cy="316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Puntos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automaticos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388352" y="3998488"/>
            <a:ext cx="1115568" cy="2809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al completar cada cita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3703320" y="4430268"/>
            <a:ext cx="1170432" cy="585216"/>
          </a:xfrm>
          <a:prstGeom prst="roundRect">
            <a:avLst>
              <a:gd name="adj" fmla="val 4687"/>
            </a:avLst>
          </a:prstGeom>
          <a:solidFill>
            <a:srgbClr val="E8DDD0"/>
          </a:solidFill>
          <a:ln w="9525">
            <a:solidFill>
              <a:srgbClr val="C0B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3703320" y="4430268"/>
            <a:ext cx="64008" cy="585216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3794759" y="4604004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3A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794759" y="4604004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1" i="0">
                <a:solidFill>
                  <a:srgbClr val="FEFEFE"/>
                </a:solidFill>
              </a:rPr>
              <a:t>6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087368" y="4430268"/>
            <a:ext cx="758952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i="0">
                <a:solidFill>
                  <a:srgbClr val="28201A"/>
                </a:solidFill>
              </a:rPr>
              <a:t>Resenas</a:t>
            </a:r>
          </a:p>
        </p:txBody>
      </p:sp>
      <p:cxnSp>
        <p:nvCxnSpPr>
          <p:cNvPr id="155" name="Connector 154"/>
          <p:cNvCxnSpPr/>
          <p:nvPr/>
        </p:nvCxnSpPr>
        <p:spPr>
          <a:xfrm>
            <a:off x="4873752" y="4722876"/>
            <a:ext cx="45720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Rectangle 155"/>
          <p:cNvSpPr/>
          <p:nvPr/>
        </p:nvSpPr>
        <p:spPr>
          <a:xfrm>
            <a:off x="4919472" y="4430268"/>
            <a:ext cx="1115568" cy="585216"/>
          </a:xfrm>
          <a:prstGeom prst="roundRect">
            <a:avLst>
              <a:gd name="adj" fmla="val 4918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4919472" y="4430268"/>
            <a:ext cx="1115568" cy="316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Citas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pendientes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919472" y="4734580"/>
            <a:ext cx="1115568" cy="2809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hasta 7 dias despues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6035040" y="4722876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Rectangle 159"/>
          <p:cNvSpPr/>
          <p:nvPr/>
        </p:nvSpPr>
        <p:spPr>
          <a:xfrm>
            <a:off x="6153912" y="4430268"/>
            <a:ext cx="1115568" cy="585216"/>
          </a:xfrm>
          <a:prstGeom prst="roundRect">
            <a:avLst>
              <a:gd name="adj" fmla="val 4918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153912" y="4430268"/>
            <a:ext cx="1115568" cy="316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Seleccionar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cita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153912" y="4734580"/>
            <a:ext cx="1115568" cy="2809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solo citas completadas</a:t>
            </a:r>
          </a:p>
        </p:txBody>
      </p:sp>
      <p:cxnSp>
        <p:nvCxnSpPr>
          <p:cNvPr id="163" name="Connector 162"/>
          <p:cNvCxnSpPr/>
          <p:nvPr/>
        </p:nvCxnSpPr>
        <p:spPr>
          <a:xfrm>
            <a:off x="7269480" y="4722876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ctangle 163"/>
          <p:cNvSpPr/>
          <p:nvPr/>
        </p:nvSpPr>
        <p:spPr>
          <a:xfrm>
            <a:off x="7388352" y="4430268"/>
            <a:ext cx="1115568" cy="585216"/>
          </a:xfrm>
          <a:prstGeom prst="roundRect">
            <a:avLst>
              <a:gd name="adj" fmla="val 4918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388352" y="4430268"/>
            <a:ext cx="1115568" cy="316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Calificar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1–5 estrellas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388352" y="4734580"/>
            <a:ext cx="1115568" cy="2809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comentario opcional</a:t>
            </a:r>
          </a:p>
        </p:txBody>
      </p:sp>
      <p:cxnSp>
        <p:nvCxnSpPr>
          <p:cNvPr id="167" name="Connector 166"/>
          <p:cNvCxnSpPr/>
          <p:nvPr/>
        </p:nvCxnSpPr>
        <p:spPr>
          <a:xfrm>
            <a:off x="8503920" y="4722876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Rectangle 167"/>
          <p:cNvSpPr/>
          <p:nvPr/>
        </p:nvSpPr>
        <p:spPr>
          <a:xfrm>
            <a:off x="8622792" y="4430268"/>
            <a:ext cx="1115568" cy="585216"/>
          </a:xfrm>
          <a:prstGeom prst="roundRect">
            <a:avLst>
              <a:gd name="adj" fmla="val 4918"/>
            </a:avLst>
          </a:prstGeom>
          <a:solidFill>
            <a:srgbClr val="3A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8622792" y="4430268"/>
            <a:ext cx="1115568" cy="316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FEFEFE"/>
                </a:solidFill>
              </a:rPr>
              <a:t>Resena</a:t>
            </a:r>
            <a:br>
              <a:rPr lang="es-GT"/>
            </a:br>
            <a:r>
              <a:rPr sz="750" b="1" i="0">
                <a:solidFill>
                  <a:srgbClr val="FEFEFE"/>
                </a:solidFill>
              </a:rPr>
              <a:t>publicada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8622792" y="4734580"/>
            <a:ext cx="1115568" cy="2809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8A7860"/>
                </a:solidFill>
              </a:rPr>
              <a:t>visible en perfil estilista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703320" y="5166360"/>
            <a:ext cx="1170432" cy="585216"/>
          </a:xfrm>
          <a:prstGeom prst="roundRect">
            <a:avLst>
              <a:gd name="adj" fmla="val 4687"/>
            </a:avLst>
          </a:prstGeom>
          <a:solidFill>
            <a:srgbClr val="E8DDD0"/>
          </a:solidFill>
          <a:ln w="9525">
            <a:solidFill>
              <a:srgbClr val="C0B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3703320" y="5166360"/>
            <a:ext cx="64008" cy="585216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3794759" y="534009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3A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3794759" y="5340096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1" i="0">
                <a:solidFill>
                  <a:srgbClr val="FEFEFE"/>
                </a:solidFill>
              </a:rPr>
              <a:t>7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087368" y="5166360"/>
            <a:ext cx="758952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i="0">
                <a:solidFill>
                  <a:srgbClr val="28201A"/>
                </a:solidFill>
              </a:rPr>
              <a:t>Perfil</a:t>
            </a:r>
          </a:p>
        </p:txBody>
      </p:sp>
      <p:cxnSp>
        <p:nvCxnSpPr>
          <p:cNvPr id="176" name="Connector 175"/>
          <p:cNvCxnSpPr/>
          <p:nvPr/>
        </p:nvCxnSpPr>
        <p:spPr>
          <a:xfrm>
            <a:off x="4873752" y="5458968"/>
            <a:ext cx="45720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Rectangle 176"/>
          <p:cNvSpPr/>
          <p:nvPr/>
        </p:nvSpPr>
        <p:spPr>
          <a:xfrm>
            <a:off x="4919472" y="5166360"/>
            <a:ext cx="1115568" cy="585216"/>
          </a:xfrm>
          <a:prstGeom prst="roundRect">
            <a:avLst>
              <a:gd name="adj" fmla="val 4918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4919472" y="5166360"/>
            <a:ext cx="1115568" cy="316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Ver datos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personales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4919472" y="5470672"/>
            <a:ext cx="1115568" cy="2809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nombre · correo · telefono</a:t>
            </a:r>
          </a:p>
        </p:txBody>
      </p:sp>
      <p:cxnSp>
        <p:nvCxnSpPr>
          <p:cNvPr id="180" name="Connector 179"/>
          <p:cNvCxnSpPr/>
          <p:nvPr/>
        </p:nvCxnSpPr>
        <p:spPr>
          <a:xfrm>
            <a:off x="6035040" y="5458968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Rectangle 180"/>
          <p:cNvSpPr/>
          <p:nvPr/>
        </p:nvSpPr>
        <p:spPr>
          <a:xfrm>
            <a:off x="6153912" y="5166360"/>
            <a:ext cx="1115568" cy="585216"/>
          </a:xfrm>
          <a:prstGeom prst="roundRect">
            <a:avLst>
              <a:gd name="adj" fmla="val 4918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153912" y="5166360"/>
            <a:ext cx="1115568" cy="316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Editar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perfil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6153912" y="5470672"/>
            <a:ext cx="1115568" cy="2809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foto · nombre · contacto</a:t>
            </a:r>
          </a:p>
        </p:txBody>
      </p:sp>
      <p:cxnSp>
        <p:nvCxnSpPr>
          <p:cNvPr id="184" name="Connector 183"/>
          <p:cNvCxnSpPr/>
          <p:nvPr/>
        </p:nvCxnSpPr>
        <p:spPr>
          <a:xfrm>
            <a:off x="7269480" y="5458968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Rectangle 184"/>
          <p:cNvSpPr/>
          <p:nvPr/>
        </p:nvSpPr>
        <p:spPr>
          <a:xfrm>
            <a:off x="7388352" y="5166360"/>
            <a:ext cx="1115568" cy="585216"/>
          </a:xfrm>
          <a:prstGeom prst="roundRect">
            <a:avLst>
              <a:gd name="adj" fmla="val 4918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7388352" y="5166360"/>
            <a:ext cx="1115568" cy="316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Cambiar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contrasena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7388352" y="5470672"/>
            <a:ext cx="1115568" cy="2809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seguridad de la cuenta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2C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EFEFE"/>
                </a:solidFill>
              </a:rPr>
              <a:t>Flujo — Estilista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3703320" y="694944"/>
            <a:ext cx="8348472" cy="886968"/>
          </a:xfrm>
          <a:prstGeom prst="rect">
            <a:avLst/>
          </a:prstGeom>
          <a:solidFill>
            <a:srgbClr val="EE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03320" y="1697126"/>
            <a:ext cx="8348472" cy="886968"/>
          </a:xfrm>
          <a:prstGeom prst="rect">
            <a:avLst/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03320" y="2699308"/>
            <a:ext cx="8348472" cy="886968"/>
          </a:xfrm>
          <a:prstGeom prst="rect">
            <a:avLst/>
          </a:prstGeom>
          <a:solidFill>
            <a:srgbClr val="EE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03320" y="3701491"/>
            <a:ext cx="8348472" cy="886968"/>
          </a:xfrm>
          <a:prstGeom prst="rect">
            <a:avLst/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03320" y="4703673"/>
            <a:ext cx="8348472" cy="886968"/>
          </a:xfrm>
          <a:prstGeom prst="rect">
            <a:avLst/>
          </a:prstGeom>
          <a:solidFill>
            <a:srgbClr val="EE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03320" y="5705856"/>
            <a:ext cx="8348472" cy="886968"/>
          </a:xfrm>
          <a:prstGeom prst="rect">
            <a:avLst/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658368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" b="1" i="0">
                <a:solidFill>
                  <a:srgbClr val="9E9082"/>
                </a:solidFill>
              </a:rPr>
              <a:t>ACCESO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768096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3A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768096"/>
            <a:ext cx="1005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 i="0">
                <a:solidFill>
                  <a:srgbClr val="FEFEFE"/>
                </a:solidFill>
              </a:rPr>
              <a:t>LOGIN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572768" y="950976"/>
            <a:ext cx="512063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084831" y="694944"/>
            <a:ext cx="1389888" cy="914400"/>
          </a:xfrm>
          <a:prstGeom prst="roundRect">
            <a:avLst>
              <a:gd name="adj" fmla="val 5921"/>
            </a:avLst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84831" y="694944"/>
            <a:ext cx="13898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EFEFE"/>
                </a:solidFill>
              </a:rPr>
              <a:t>Agenda Semanal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84831" y="1170432"/>
            <a:ext cx="13898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F0DEC5"/>
                </a:solidFill>
              </a:rPr>
              <a:t>Vista Lun–Dom · Citas por dia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401568" y="1152144"/>
            <a:ext cx="73152" cy="0"/>
          </a:xfrm>
          <a:prstGeom prst="line">
            <a:avLst/>
          </a:prstGeom>
          <a:ln w="12700">
            <a:solidFill>
              <a:srgbClr val="B8A8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01568" y="1138428"/>
            <a:ext cx="0" cy="5010912"/>
          </a:xfrm>
          <a:prstGeom prst="line">
            <a:avLst/>
          </a:prstGeom>
          <a:ln w="12700">
            <a:solidFill>
              <a:srgbClr val="B8A8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401568" y="1138428"/>
            <a:ext cx="30175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401568" y="2140610"/>
            <a:ext cx="30175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401568" y="3142792"/>
            <a:ext cx="30175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401568" y="4144975"/>
            <a:ext cx="30175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01568" y="5147157"/>
            <a:ext cx="30175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01568" y="6149340"/>
            <a:ext cx="30175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703320" y="658368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" b="1" i="0">
                <a:solidFill>
                  <a:srgbClr val="9E9082"/>
                </a:solidFill>
              </a:rPr>
              <a:t>MODULOS DEL ESTILISTA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03320" y="749808"/>
            <a:ext cx="1170432" cy="777240"/>
          </a:xfrm>
          <a:prstGeom prst="roundRect">
            <a:avLst>
              <a:gd name="adj" fmla="val 4687"/>
            </a:avLst>
          </a:prstGeom>
          <a:solidFill>
            <a:srgbClr val="E8DDD0"/>
          </a:solidFill>
          <a:ln w="9525">
            <a:solidFill>
              <a:srgbClr val="C0B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03320" y="749808"/>
            <a:ext cx="64008" cy="777240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794759" y="101955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3A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94759" y="1019556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1" i="0">
                <a:solidFill>
                  <a:srgbClr val="FEFEFE"/>
                </a:solidFill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87368" y="749808"/>
            <a:ext cx="758952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i="0">
                <a:solidFill>
                  <a:srgbClr val="28201A"/>
                </a:solidFill>
              </a:rPr>
              <a:t>Citas del Dia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873752" y="1138428"/>
            <a:ext cx="45720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919472" y="749808"/>
            <a:ext cx="1133856" cy="777240"/>
          </a:xfrm>
          <a:prstGeom prst="roundRect">
            <a:avLst>
              <a:gd name="adj" fmla="val 4838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19472" y="749808"/>
            <a:ext cx="1133856" cy="4197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Seleccionar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dia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19472" y="1153972"/>
            <a:ext cx="1133856" cy="3730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vista semanal Lun–Dom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053328" y="1138428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6172200" y="749808"/>
            <a:ext cx="1133856" cy="777240"/>
          </a:xfrm>
          <a:prstGeom prst="roundRect">
            <a:avLst>
              <a:gd name="adj" fmla="val 4838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749808"/>
            <a:ext cx="1133856" cy="4197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Ver lista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de citas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1153972"/>
            <a:ext cx="1133856" cy="3730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hora · cliente · servicio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306056" y="1138428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7424928" y="749808"/>
            <a:ext cx="1133856" cy="777240"/>
          </a:xfrm>
          <a:prstGeom prst="roundRect">
            <a:avLst>
              <a:gd name="adj" fmla="val 4838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24928" y="749808"/>
            <a:ext cx="1133856" cy="4197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Ver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detalle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24928" y="1153972"/>
            <a:ext cx="1133856" cy="3730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info completa de la cita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558784" y="1138428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8677656" y="749808"/>
            <a:ext cx="1133856" cy="777240"/>
          </a:xfrm>
          <a:prstGeom prst="roundRect">
            <a:avLst>
              <a:gd name="adj" fmla="val 4838"/>
            </a:avLst>
          </a:prstGeom>
          <a:solidFill>
            <a:srgbClr val="3A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77656" y="749808"/>
            <a:ext cx="1133856" cy="4197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FEFEFE"/>
                </a:solidFill>
              </a:rPr>
              <a:t>Cancelar</a:t>
            </a:r>
            <a:br>
              <a:rPr lang="es-GT"/>
            </a:br>
            <a:r>
              <a:rPr sz="750" b="1" i="0">
                <a:solidFill>
                  <a:srgbClr val="FEFEFE"/>
                </a:solidFill>
              </a:rPr>
              <a:t>cita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77656" y="1153972"/>
            <a:ext cx="1133856" cy="3730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8A7860"/>
                </a:solidFill>
              </a:rPr>
              <a:t>motivo obligatorio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03320" y="1751990"/>
            <a:ext cx="1170432" cy="777240"/>
          </a:xfrm>
          <a:prstGeom prst="roundRect">
            <a:avLst>
              <a:gd name="adj" fmla="val 4687"/>
            </a:avLst>
          </a:prstGeom>
          <a:solidFill>
            <a:srgbClr val="E8DDD0"/>
          </a:solidFill>
          <a:ln w="9525">
            <a:solidFill>
              <a:srgbClr val="C0B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703320" y="1751990"/>
            <a:ext cx="64008" cy="777240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794759" y="2021738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3A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94759" y="2021738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1" i="0">
                <a:solidFill>
                  <a:srgbClr val="FEFEFE"/>
                </a:solidFill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87368" y="1751990"/>
            <a:ext cx="758952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i="0">
                <a:solidFill>
                  <a:srgbClr val="28201A"/>
                </a:solidFill>
              </a:rPr>
              <a:t>Walk-In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873752" y="2140610"/>
            <a:ext cx="45720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4919472" y="1751990"/>
            <a:ext cx="1133856" cy="777240"/>
          </a:xfrm>
          <a:prstGeom prst="roundRect">
            <a:avLst>
              <a:gd name="adj" fmla="val 4838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919472" y="1751990"/>
            <a:ext cx="1133856" cy="4197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Nuevo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cliente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19472" y="2156155"/>
            <a:ext cx="1133856" cy="3730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sin cuenta registrada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053328" y="2140610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6172200" y="1751990"/>
            <a:ext cx="1133856" cy="777240"/>
          </a:xfrm>
          <a:prstGeom prst="roundRect">
            <a:avLst>
              <a:gd name="adj" fmla="val 4838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72200" y="1751990"/>
            <a:ext cx="1133856" cy="4197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Datos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del cliente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72200" y="2156155"/>
            <a:ext cx="1133856" cy="3730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nombre y telefono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306056" y="2140610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7424928" y="1751990"/>
            <a:ext cx="1133856" cy="777240"/>
          </a:xfrm>
          <a:prstGeom prst="roundRect">
            <a:avLst>
              <a:gd name="adj" fmla="val 4838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24928" y="1751990"/>
            <a:ext cx="1133856" cy="4197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Hora y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servicios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24928" y="2156155"/>
            <a:ext cx="1133856" cy="3730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items disponibles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8558784" y="2140610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8677656" y="1751990"/>
            <a:ext cx="1133856" cy="777240"/>
          </a:xfrm>
          <a:prstGeom prst="roundRect">
            <a:avLst>
              <a:gd name="adj" fmla="val 4838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77656" y="1751990"/>
            <a:ext cx="1133856" cy="4197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Verificar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disponibilidad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77656" y="2156155"/>
            <a:ext cx="1133856" cy="3730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slot libre confirmado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9811512" y="2140610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9930384" y="1751990"/>
            <a:ext cx="1133856" cy="777240"/>
          </a:xfrm>
          <a:prstGeom prst="roundRect">
            <a:avLst>
              <a:gd name="adj" fmla="val 4838"/>
            </a:avLst>
          </a:prstGeom>
          <a:solidFill>
            <a:srgbClr val="3A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930384" y="1751990"/>
            <a:ext cx="1133856" cy="4197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FEFEFE"/>
                </a:solidFill>
              </a:rPr>
              <a:t>Cita</a:t>
            </a:r>
            <a:br>
              <a:rPr lang="es-GT"/>
            </a:br>
            <a:r>
              <a:rPr sz="750" b="1" i="0">
                <a:solidFill>
                  <a:srgbClr val="FEFEFE"/>
                </a:solidFill>
              </a:rPr>
              <a:t>Registrada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30384" y="2156155"/>
            <a:ext cx="1133856" cy="3730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8A7860"/>
                </a:solidFill>
              </a:rPr>
              <a:t>aparece en agenda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03320" y="2754172"/>
            <a:ext cx="1170432" cy="777240"/>
          </a:xfrm>
          <a:prstGeom prst="roundRect">
            <a:avLst>
              <a:gd name="adj" fmla="val 4687"/>
            </a:avLst>
          </a:prstGeom>
          <a:solidFill>
            <a:srgbClr val="E8DDD0"/>
          </a:solidFill>
          <a:ln w="9525">
            <a:solidFill>
              <a:srgbClr val="C0B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703320" y="2754172"/>
            <a:ext cx="64008" cy="777240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794759" y="302392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3A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794759" y="3023920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1" i="0">
                <a:solidFill>
                  <a:srgbClr val="FEFEFE"/>
                </a:solidFill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87368" y="2754172"/>
            <a:ext cx="758952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i="0">
                <a:solidFill>
                  <a:srgbClr val="28201A"/>
                </a:solidFill>
              </a:rPr>
              <a:t>Mi Horario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4873752" y="3142792"/>
            <a:ext cx="45720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4919472" y="2754172"/>
            <a:ext cx="1133856" cy="777240"/>
          </a:xfrm>
          <a:prstGeom prst="roundRect">
            <a:avLst>
              <a:gd name="adj" fmla="val 4838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919472" y="2754172"/>
            <a:ext cx="1133856" cy="4197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Ver horario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asignado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919472" y="3158337"/>
            <a:ext cx="1133856" cy="3730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vista 2 meses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6053328" y="3142792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6172200" y="2754172"/>
            <a:ext cx="1133856" cy="777240"/>
          </a:xfrm>
          <a:prstGeom prst="roundRect">
            <a:avLst>
              <a:gd name="adj" fmla="val 4838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172200" y="2754172"/>
            <a:ext cx="1133856" cy="4197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Semana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actual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72200" y="3158337"/>
            <a:ext cx="1133856" cy="3730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dias de trabajo y horarios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7306056" y="3142792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7424928" y="2754172"/>
            <a:ext cx="1133856" cy="777240"/>
          </a:xfrm>
          <a:prstGeom prst="roundRect">
            <a:avLst>
              <a:gd name="adj" fmla="val 4838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424928" y="2754172"/>
            <a:ext cx="1133856" cy="4197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Dias de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descanso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424928" y="3158337"/>
            <a:ext cx="1133856" cy="3730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definidos por el admin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703320" y="3756355"/>
            <a:ext cx="1170432" cy="777240"/>
          </a:xfrm>
          <a:prstGeom prst="roundRect">
            <a:avLst>
              <a:gd name="adj" fmla="val 4687"/>
            </a:avLst>
          </a:prstGeom>
          <a:solidFill>
            <a:srgbClr val="E8DDD0"/>
          </a:solidFill>
          <a:ln w="9525">
            <a:solidFill>
              <a:srgbClr val="C0B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703320" y="3756355"/>
            <a:ext cx="64008" cy="777240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794759" y="4026103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3A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794759" y="4026103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1" i="0">
                <a:solidFill>
                  <a:srgbClr val="FEFEFE"/>
                </a:solidFill>
              </a:rPr>
              <a:t>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087368" y="3756355"/>
            <a:ext cx="758952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i="0">
                <a:solidFill>
                  <a:srgbClr val="28201A"/>
                </a:solidFill>
              </a:rPr>
              <a:t>Mis Resenas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4873752" y="4144975"/>
            <a:ext cx="45720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4919472" y="3756355"/>
            <a:ext cx="1133856" cy="777240"/>
          </a:xfrm>
          <a:prstGeom prst="roundRect">
            <a:avLst>
              <a:gd name="adj" fmla="val 4838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919472" y="3756355"/>
            <a:ext cx="1133856" cy="4197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Ver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calificaciones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919472" y="4160520"/>
            <a:ext cx="1133856" cy="3730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recibidas de clientes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6053328" y="4144975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ectangle 99"/>
          <p:cNvSpPr/>
          <p:nvPr/>
        </p:nvSpPr>
        <p:spPr>
          <a:xfrm>
            <a:off x="6172200" y="3756355"/>
            <a:ext cx="1133856" cy="777240"/>
          </a:xfrm>
          <a:prstGeom prst="roundRect">
            <a:avLst>
              <a:gd name="adj" fmla="val 4838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72200" y="3756355"/>
            <a:ext cx="1133856" cy="4197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Promedio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general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172200" y="4160520"/>
            <a:ext cx="1133856" cy="3730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historico de estrellas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7306056" y="4144975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ectangle 103"/>
          <p:cNvSpPr/>
          <p:nvPr/>
        </p:nvSpPr>
        <p:spPr>
          <a:xfrm>
            <a:off x="7424928" y="3756355"/>
            <a:ext cx="1133856" cy="777240"/>
          </a:xfrm>
          <a:prstGeom prst="roundRect">
            <a:avLst>
              <a:gd name="adj" fmla="val 4838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424928" y="3756355"/>
            <a:ext cx="1133856" cy="4197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Ver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comentarios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424928" y="4160520"/>
            <a:ext cx="1133856" cy="3730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resena por cada cita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703320" y="4758537"/>
            <a:ext cx="1170432" cy="777240"/>
          </a:xfrm>
          <a:prstGeom prst="roundRect">
            <a:avLst>
              <a:gd name="adj" fmla="val 4687"/>
            </a:avLst>
          </a:prstGeom>
          <a:solidFill>
            <a:srgbClr val="E8DDD0"/>
          </a:solidFill>
          <a:ln w="9525">
            <a:solidFill>
              <a:srgbClr val="C0B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703320" y="4758537"/>
            <a:ext cx="64008" cy="777240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3794759" y="5028285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3A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794759" y="5028285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1" i="0">
                <a:solidFill>
                  <a:srgbClr val="FEFEFE"/>
                </a:solidFill>
              </a:rPr>
              <a:t>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087368" y="4758537"/>
            <a:ext cx="758952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i="0">
                <a:solidFill>
                  <a:srgbClr val="28201A"/>
                </a:solidFill>
              </a:rPr>
              <a:t>Notificaciones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4873752" y="5147157"/>
            <a:ext cx="45720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ectangle 112"/>
          <p:cNvSpPr/>
          <p:nvPr/>
        </p:nvSpPr>
        <p:spPr>
          <a:xfrm>
            <a:off x="4919472" y="4758537"/>
            <a:ext cx="1133856" cy="777240"/>
          </a:xfrm>
          <a:prstGeom prst="roundRect">
            <a:avLst>
              <a:gd name="adj" fmla="val 4838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919472" y="4758537"/>
            <a:ext cx="1133856" cy="4197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Nuevas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citas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919472" y="5162702"/>
            <a:ext cx="1133856" cy="3730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alerta al recibir reserva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6053328" y="5147157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ectangle 116"/>
          <p:cNvSpPr/>
          <p:nvPr/>
        </p:nvSpPr>
        <p:spPr>
          <a:xfrm>
            <a:off x="6172200" y="4758537"/>
            <a:ext cx="1133856" cy="777240"/>
          </a:xfrm>
          <a:prstGeom prst="roundRect">
            <a:avLst>
              <a:gd name="adj" fmla="val 4838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172200" y="4758537"/>
            <a:ext cx="1133856" cy="4197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Recordatorio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172200" y="5162702"/>
            <a:ext cx="1133856" cy="3730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24 h antes de cada cita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7306056" y="5147157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ectangle 120"/>
          <p:cNvSpPr/>
          <p:nvPr/>
        </p:nvSpPr>
        <p:spPr>
          <a:xfrm>
            <a:off x="7424928" y="4758537"/>
            <a:ext cx="1133856" cy="777240"/>
          </a:xfrm>
          <a:prstGeom prst="roundRect">
            <a:avLst>
              <a:gd name="adj" fmla="val 4838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424928" y="4758537"/>
            <a:ext cx="1133856" cy="4197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Cancelaciones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424928" y="5162702"/>
            <a:ext cx="1133856" cy="3730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aviso inmediato al estilista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703320" y="5760720"/>
            <a:ext cx="1170432" cy="777240"/>
          </a:xfrm>
          <a:prstGeom prst="roundRect">
            <a:avLst>
              <a:gd name="adj" fmla="val 4687"/>
            </a:avLst>
          </a:prstGeom>
          <a:solidFill>
            <a:srgbClr val="E8DDD0"/>
          </a:solidFill>
          <a:ln w="9525">
            <a:solidFill>
              <a:srgbClr val="C0B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703320" y="5760720"/>
            <a:ext cx="64008" cy="777240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794759" y="6030468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3A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794759" y="6030468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1" i="0">
                <a:solidFill>
                  <a:srgbClr val="FEFEFE"/>
                </a:solidFill>
              </a:rPr>
              <a:t>6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087368" y="5760720"/>
            <a:ext cx="758952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i="0">
                <a:solidFill>
                  <a:srgbClr val="28201A"/>
                </a:solidFill>
              </a:rPr>
              <a:t>Mi Perfil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4873752" y="6149340"/>
            <a:ext cx="45720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ectangle 129"/>
          <p:cNvSpPr/>
          <p:nvPr/>
        </p:nvSpPr>
        <p:spPr>
          <a:xfrm>
            <a:off x="4919472" y="5760720"/>
            <a:ext cx="1133856" cy="777240"/>
          </a:xfrm>
          <a:prstGeom prst="roundRect">
            <a:avLst>
              <a:gd name="adj" fmla="val 4838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919472" y="5760720"/>
            <a:ext cx="1133856" cy="4197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Ver perfil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919472" y="6164884"/>
            <a:ext cx="1133856" cy="3730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nombre · especialidad · foto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6053328" y="6149340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Rectangle 133"/>
          <p:cNvSpPr/>
          <p:nvPr/>
        </p:nvSpPr>
        <p:spPr>
          <a:xfrm>
            <a:off x="6172200" y="5760720"/>
            <a:ext cx="1133856" cy="777240"/>
          </a:xfrm>
          <a:prstGeom prst="roundRect">
            <a:avLst>
              <a:gd name="adj" fmla="val 4838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172200" y="5760720"/>
            <a:ext cx="1133856" cy="4197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Rendimiento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172200" y="6164884"/>
            <a:ext cx="1133856" cy="3730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total de citas y resenas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2C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"/>
            <a:ext cx="109728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EFEFE"/>
                </a:solidFill>
              </a:rPr>
              <a:t>Flujo — Administrador</a:t>
            </a:r>
          </a:p>
        </p:txBody>
      </p:sp>
      <p:sp>
        <p:nvSpPr>
          <p:cNvPr id="5" name="Rectangle 4"/>
          <p:cNvSpPr/>
          <p:nvPr/>
        </p:nvSpPr>
        <p:spPr>
          <a:xfrm>
            <a:off x="3703320" y="694944"/>
            <a:ext cx="8348472" cy="640080"/>
          </a:xfrm>
          <a:prstGeom prst="rect">
            <a:avLst/>
          </a:prstGeom>
          <a:solidFill>
            <a:srgbClr val="EE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03320" y="1335024"/>
            <a:ext cx="8348472" cy="640080"/>
          </a:xfrm>
          <a:prstGeom prst="rect">
            <a:avLst/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03320" y="1975103"/>
            <a:ext cx="8348472" cy="640080"/>
          </a:xfrm>
          <a:prstGeom prst="rect">
            <a:avLst/>
          </a:prstGeom>
          <a:solidFill>
            <a:srgbClr val="EE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03320" y="2615183"/>
            <a:ext cx="8348472" cy="640080"/>
          </a:xfrm>
          <a:prstGeom prst="rect">
            <a:avLst/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03320" y="3255263"/>
            <a:ext cx="8348472" cy="640080"/>
          </a:xfrm>
          <a:prstGeom prst="rect">
            <a:avLst/>
          </a:prstGeom>
          <a:solidFill>
            <a:srgbClr val="EE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03320" y="3895344"/>
            <a:ext cx="8348472" cy="640080"/>
          </a:xfrm>
          <a:prstGeom prst="rect">
            <a:avLst/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03320" y="4535424"/>
            <a:ext cx="8348472" cy="640080"/>
          </a:xfrm>
          <a:prstGeom prst="rect">
            <a:avLst/>
          </a:prstGeom>
          <a:solidFill>
            <a:srgbClr val="EE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03320" y="5175504"/>
            <a:ext cx="8348472" cy="640080"/>
          </a:xfrm>
          <a:prstGeom prst="rect">
            <a:avLst/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03320" y="5815584"/>
            <a:ext cx="8348472" cy="640080"/>
          </a:xfrm>
          <a:prstGeom prst="rect">
            <a:avLst/>
          </a:prstGeom>
          <a:solidFill>
            <a:srgbClr val="EE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" y="658368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" b="1" i="0">
                <a:solidFill>
                  <a:srgbClr val="9E9082"/>
                </a:solidFill>
              </a:rPr>
              <a:t>ACCESO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768096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3A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768096"/>
            <a:ext cx="1005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 i="0">
                <a:solidFill>
                  <a:srgbClr val="FEFEFE"/>
                </a:solidFill>
              </a:rPr>
              <a:t>LOGIN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72768" y="950976"/>
            <a:ext cx="512063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084831" y="694944"/>
            <a:ext cx="1389888" cy="914400"/>
          </a:xfrm>
          <a:prstGeom prst="roundRect">
            <a:avLst>
              <a:gd name="adj" fmla="val 5921"/>
            </a:avLst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84831" y="694944"/>
            <a:ext cx="13898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EFEFE"/>
                </a:solidFill>
              </a:rPr>
              <a:t>Menu Principal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84831" y="1170432"/>
            <a:ext cx="13898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F0DEC5"/>
                </a:solidFill>
              </a:rPr>
              <a:t>Panel central · de administracion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3401568" y="1152144"/>
            <a:ext cx="73152" cy="0"/>
          </a:xfrm>
          <a:prstGeom prst="line">
            <a:avLst/>
          </a:prstGeom>
          <a:ln w="12700">
            <a:solidFill>
              <a:srgbClr val="B8A8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401568" y="1014983"/>
            <a:ext cx="0" cy="5120641"/>
          </a:xfrm>
          <a:prstGeom prst="line">
            <a:avLst/>
          </a:prstGeom>
          <a:ln w="12700">
            <a:solidFill>
              <a:srgbClr val="B8A8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401568" y="1014983"/>
            <a:ext cx="30175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01568" y="1655064"/>
            <a:ext cx="30175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01568" y="2295144"/>
            <a:ext cx="30175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401568" y="2935223"/>
            <a:ext cx="30175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401568" y="3575303"/>
            <a:ext cx="30175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401568" y="4215384"/>
            <a:ext cx="30175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401568" y="4855464"/>
            <a:ext cx="30175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401568" y="5495544"/>
            <a:ext cx="30175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401568" y="6135624"/>
            <a:ext cx="30175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703320" y="658368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0" b="1" i="0">
                <a:solidFill>
                  <a:srgbClr val="9E9082"/>
                </a:solidFill>
              </a:rPr>
              <a:t>MODULOS DEL ADMINISTRADOR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03320" y="749808"/>
            <a:ext cx="1207008" cy="530352"/>
          </a:xfrm>
          <a:prstGeom prst="roundRect">
            <a:avLst>
              <a:gd name="adj" fmla="val 4545"/>
            </a:avLst>
          </a:prstGeom>
          <a:solidFill>
            <a:srgbClr val="E8DDD0"/>
          </a:solidFill>
          <a:ln w="9525">
            <a:solidFill>
              <a:srgbClr val="C0B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03320" y="749808"/>
            <a:ext cx="64008" cy="530352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94759" y="89611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3A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94759" y="896112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1" i="0">
                <a:solidFill>
                  <a:srgbClr val="FEFEFE"/>
                </a:solidFill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87368" y="749808"/>
            <a:ext cx="7955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i="0">
                <a:solidFill>
                  <a:srgbClr val="28201A"/>
                </a:solidFill>
              </a:rPr>
              <a:t>Gestion de Citas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910328" y="1014983"/>
            <a:ext cx="9144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4919472" y="749808"/>
            <a:ext cx="1051560" cy="530352"/>
          </a:xfrm>
          <a:prstGeom prst="roundRect">
            <a:avLst>
              <a:gd name="adj" fmla="val 5217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19472" y="749808"/>
            <a:ext cx="1051560" cy="2863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Vista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semanal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19472" y="1025591"/>
            <a:ext cx="1051560" cy="254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navegar semana a semana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971031" y="1014983"/>
            <a:ext cx="118873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6089904" y="749808"/>
            <a:ext cx="1051560" cy="530352"/>
          </a:xfrm>
          <a:prstGeom prst="roundRect">
            <a:avLst>
              <a:gd name="adj" fmla="val 5217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9904" y="749808"/>
            <a:ext cx="1051560" cy="2863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Por atender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9904" y="1025591"/>
            <a:ext cx="1051560" cy="254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confirmar o cancelar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141464" y="1014983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7260336" y="749808"/>
            <a:ext cx="1051560" cy="530352"/>
          </a:xfrm>
          <a:prstGeom prst="roundRect">
            <a:avLst>
              <a:gd name="adj" fmla="val 5217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60336" y="749808"/>
            <a:ext cx="1051560" cy="2863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Completadas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60336" y="1025591"/>
            <a:ext cx="1051560" cy="254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revisar y corregir estado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311896" y="1014983"/>
            <a:ext cx="118871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8430767" y="749808"/>
            <a:ext cx="1051560" cy="530352"/>
          </a:xfrm>
          <a:prstGeom prst="roundRect">
            <a:avLst>
              <a:gd name="adj" fmla="val 5217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30767" y="749808"/>
            <a:ext cx="1051560" cy="2863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Canceladas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30767" y="1025591"/>
            <a:ext cx="1051560" cy="254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ver motivo e historial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703320" y="1389888"/>
            <a:ext cx="1207008" cy="530352"/>
          </a:xfrm>
          <a:prstGeom prst="roundRect">
            <a:avLst>
              <a:gd name="adj" fmla="val 4545"/>
            </a:avLst>
          </a:prstGeom>
          <a:solidFill>
            <a:srgbClr val="E8DDD0"/>
          </a:solidFill>
          <a:ln w="9525">
            <a:solidFill>
              <a:srgbClr val="C0B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703320" y="1389888"/>
            <a:ext cx="64008" cy="530352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794759" y="153619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3A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94759" y="1536192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1" i="0">
                <a:solidFill>
                  <a:srgbClr val="FEFEFE"/>
                </a:solidFill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87368" y="1389888"/>
            <a:ext cx="7955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i="0">
                <a:solidFill>
                  <a:srgbClr val="28201A"/>
                </a:solidFill>
              </a:rPr>
              <a:t>Empleados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910328" y="1655064"/>
            <a:ext cx="9144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4919472" y="1389888"/>
            <a:ext cx="1051560" cy="530352"/>
          </a:xfrm>
          <a:prstGeom prst="roundRect">
            <a:avLst>
              <a:gd name="adj" fmla="val 5217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19472" y="1389888"/>
            <a:ext cx="1051560" cy="2863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Ver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estilistas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19472" y="1665671"/>
            <a:ext cx="1051560" cy="254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activos e inactivos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971031" y="1655064"/>
            <a:ext cx="118873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6089904" y="1389888"/>
            <a:ext cx="1051560" cy="530352"/>
          </a:xfrm>
          <a:prstGeom prst="roundRect">
            <a:avLst>
              <a:gd name="adj" fmla="val 5217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089904" y="1389888"/>
            <a:ext cx="1051560" cy="2863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Crear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empleado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89904" y="1665671"/>
            <a:ext cx="1051560" cy="254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datos + especialidades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7141464" y="1655064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7260336" y="1389888"/>
            <a:ext cx="1051560" cy="530352"/>
          </a:xfrm>
          <a:prstGeom prst="roundRect">
            <a:avLst>
              <a:gd name="adj" fmla="val 5217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260336" y="1389888"/>
            <a:ext cx="1051560" cy="2863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Editar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datos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60336" y="1665671"/>
            <a:ext cx="1051560" cy="254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actualizar informacion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311896" y="1655064"/>
            <a:ext cx="118871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8430767" y="1389888"/>
            <a:ext cx="1051560" cy="530352"/>
          </a:xfrm>
          <a:prstGeom prst="roundRect">
            <a:avLst>
              <a:gd name="adj" fmla="val 5217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430767" y="1389888"/>
            <a:ext cx="1051560" cy="2863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Activar /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Desactivar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30767" y="1665671"/>
            <a:ext cx="1051560" cy="254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acceso al sistema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03320" y="2029967"/>
            <a:ext cx="1207008" cy="530352"/>
          </a:xfrm>
          <a:prstGeom prst="roundRect">
            <a:avLst>
              <a:gd name="adj" fmla="val 4545"/>
            </a:avLst>
          </a:prstGeom>
          <a:solidFill>
            <a:srgbClr val="E8DDD0"/>
          </a:solidFill>
          <a:ln w="9525">
            <a:solidFill>
              <a:srgbClr val="C0B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703320" y="2029967"/>
            <a:ext cx="64008" cy="530352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794759" y="217627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3A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794759" y="2176272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1" i="0">
                <a:solidFill>
                  <a:srgbClr val="FEFEFE"/>
                </a:solidFill>
              </a:rPr>
              <a:t>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087368" y="2029967"/>
            <a:ext cx="7955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i="0">
                <a:solidFill>
                  <a:srgbClr val="28201A"/>
                </a:solidFill>
              </a:rPr>
              <a:t>Servicios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4910328" y="2295144"/>
            <a:ext cx="9144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4919472" y="2029967"/>
            <a:ext cx="1051560" cy="530352"/>
          </a:xfrm>
          <a:prstGeom prst="roundRect">
            <a:avLst>
              <a:gd name="adj" fmla="val 5217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919472" y="2029967"/>
            <a:ext cx="1051560" cy="2863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Ver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catalogo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919472" y="2305751"/>
            <a:ext cx="1051560" cy="254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todos los servicios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5971031" y="2295144"/>
            <a:ext cx="118873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angle 84"/>
          <p:cNvSpPr/>
          <p:nvPr/>
        </p:nvSpPr>
        <p:spPr>
          <a:xfrm>
            <a:off x="6089904" y="2029967"/>
            <a:ext cx="1051560" cy="530352"/>
          </a:xfrm>
          <a:prstGeom prst="roundRect">
            <a:avLst>
              <a:gd name="adj" fmla="val 5217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089904" y="2029967"/>
            <a:ext cx="1051560" cy="2863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Crear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servicio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9904" y="2305751"/>
            <a:ext cx="1051560" cy="254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nombre · precio · tiempo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7141464" y="2295144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7260336" y="2029967"/>
            <a:ext cx="1051560" cy="530352"/>
          </a:xfrm>
          <a:prstGeom prst="roundRect">
            <a:avLst>
              <a:gd name="adj" fmla="val 5217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260336" y="2029967"/>
            <a:ext cx="1051560" cy="2863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Editar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servicio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260336" y="2305751"/>
            <a:ext cx="1051560" cy="254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actualizar informacion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8311896" y="2295144"/>
            <a:ext cx="118871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8430767" y="2029967"/>
            <a:ext cx="1051560" cy="530352"/>
          </a:xfrm>
          <a:prstGeom prst="roundRect">
            <a:avLst>
              <a:gd name="adj" fmla="val 5217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430767" y="2029967"/>
            <a:ext cx="1051560" cy="2863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Activar /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Desactivar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430767" y="2305751"/>
            <a:ext cx="1051560" cy="254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visibilidad al cliente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703320" y="2670047"/>
            <a:ext cx="1207008" cy="530352"/>
          </a:xfrm>
          <a:prstGeom prst="roundRect">
            <a:avLst>
              <a:gd name="adj" fmla="val 4545"/>
            </a:avLst>
          </a:prstGeom>
          <a:solidFill>
            <a:srgbClr val="E8DDD0"/>
          </a:solidFill>
          <a:ln w="9525">
            <a:solidFill>
              <a:srgbClr val="C0B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703320" y="2670047"/>
            <a:ext cx="64008" cy="530352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794759" y="2816351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3A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794759" y="2816351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1" i="0">
                <a:solidFill>
                  <a:srgbClr val="FEFEFE"/>
                </a:solidFill>
              </a:rPr>
              <a:t>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087368" y="2670047"/>
            <a:ext cx="7955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i="0">
                <a:solidFill>
                  <a:srgbClr val="28201A"/>
                </a:solidFill>
              </a:rPr>
              <a:t>Horarios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4910328" y="2935223"/>
            <a:ext cx="9144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ectangle 101"/>
          <p:cNvSpPr/>
          <p:nvPr/>
        </p:nvSpPr>
        <p:spPr>
          <a:xfrm>
            <a:off x="4919472" y="2670047"/>
            <a:ext cx="1051560" cy="530352"/>
          </a:xfrm>
          <a:prstGeom prst="roundRect">
            <a:avLst>
              <a:gd name="adj" fmla="val 5217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919472" y="2670047"/>
            <a:ext cx="1051560" cy="2863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Ver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estilistas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919472" y="2945831"/>
            <a:ext cx="1051560" cy="254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seleccionar uno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5971031" y="2935223"/>
            <a:ext cx="118873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ectangle 105"/>
          <p:cNvSpPr/>
          <p:nvPr/>
        </p:nvSpPr>
        <p:spPr>
          <a:xfrm>
            <a:off x="6089904" y="2670047"/>
            <a:ext cx="1051560" cy="530352"/>
          </a:xfrm>
          <a:prstGeom prst="roundRect">
            <a:avLst>
              <a:gd name="adj" fmla="val 5217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089904" y="2670047"/>
            <a:ext cx="1051560" cy="2863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Seleccionar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semana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089904" y="2945831"/>
            <a:ext cx="1051560" cy="254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vista 2 meses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7141464" y="2935223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Rectangle 109"/>
          <p:cNvSpPr/>
          <p:nvPr/>
        </p:nvSpPr>
        <p:spPr>
          <a:xfrm>
            <a:off x="7260336" y="2670047"/>
            <a:ext cx="1051560" cy="530352"/>
          </a:xfrm>
          <a:prstGeom prst="roundRect">
            <a:avLst>
              <a:gd name="adj" fmla="val 5217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260336" y="2670047"/>
            <a:ext cx="1051560" cy="2863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Asignar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dias y horas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260336" y="2945831"/>
            <a:ext cx="1051560" cy="254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trabajo / descanso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8311896" y="2935223"/>
            <a:ext cx="118871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ectangle 113"/>
          <p:cNvSpPr/>
          <p:nvPr/>
        </p:nvSpPr>
        <p:spPr>
          <a:xfrm>
            <a:off x="8430767" y="2670047"/>
            <a:ext cx="1051560" cy="530352"/>
          </a:xfrm>
          <a:prstGeom prst="roundRect">
            <a:avLst>
              <a:gd name="adj" fmla="val 5217"/>
            </a:avLst>
          </a:prstGeom>
          <a:solidFill>
            <a:srgbClr val="3A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430767" y="2670047"/>
            <a:ext cx="1051560" cy="2863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FEFEFE"/>
                </a:solidFill>
              </a:rPr>
              <a:t>Horario</a:t>
            </a:r>
            <a:br>
              <a:rPr lang="es-GT"/>
            </a:br>
            <a:r>
              <a:rPr sz="750" b="1" i="0">
                <a:solidFill>
                  <a:srgbClr val="FEFEFE"/>
                </a:solidFill>
              </a:rPr>
              <a:t>guardado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430767" y="2945831"/>
            <a:ext cx="1051560" cy="254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8A7860"/>
                </a:solidFill>
              </a:rPr>
              <a:t>estilista recibe actualizacion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703320" y="3310127"/>
            <a:ext cx="1207008" cy="530352"/>
          </a:xfrm>
          <a:prstGeom prst="roundRect">
            <a:avLst>
              <a:gd name="adj" fmla="val 4545"/>
            </a:avLst>
          </a:prstGeom>
          <a:solidFill>
            <a:srgbClr val="E8DDD0"/>
          </a:solidFill>
          <a:ln w="9525">
            <a:solidFill>
              <a:srgbClr val="C0B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703320" y="3310127"/>
            <a:ext cx="64008" cy="530352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794759" y="345643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3A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794759" y="3456432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1" i="0">
                <a:solidFill>
                  <a:srgbClr val="FEFEFE"/>
                </a:solidFill>
              </a:rPr>
              <a:t>5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087368" y="3310127"/>
            <a:ext cx="7955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i="0">
                <a:solidFill>
                  <a:srgbClr val="28201A"/>
                </a:solidFill>
              </a:rPr>
              <a:t>Dias Especiales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4910328" y="3575303"/>
            <a:ext cx="9144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ctangle 122"/>
          <p:cNvSpPr/>
          <p:nvPr/>
        </p:nvSpPr>
        <p:spPr>
          <a:xfrm>
            <a:off x="4919472" y="3310127"/>
            <a:ext cx="1051560" cy="530352"/>
          </a:xfrm>
          <a:prstGeom prst="roundRect">
            <a:avLst>
              <a:gd name="adj" fmla="val 5217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919472" y="3310127"/>
            <a:ext cx="1051560" cy="2863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Ver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calendario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919472" y="3585911"/>
            <a:ext cx="1051560" cy="254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vista mensual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5971031" y="3575303"/>
            <a:ext cx="118873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ectangle 126"/>
          <p:cNvSpPr/>
          <p:nvPr/>
        </p:nvSpPr>
        <p:spPr>
          <a:xfrm>
            <a:off x="6089904" y="3310127"/>
            <a:ext cx="1051560" cy="530352"/>
          </a:xfrm>
          <a:prstGeom prst="roundRect">
            <a:avLst>
              <a:gd name="adj" fmla="val 5217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089904" y="3310127"/>
            <a:ext cx="1051560" cy="2863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Seleccionar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fecha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089904" y="3585911"/>
            <a:ext cx="1051560" cy="254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dia especifico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7141464" y="3575303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ctangle 130"/>
          <p:cNvSpPr/>
          <p:nvPr/>
        </p:nvSpPr>
        <p:spPr>
          <a:xfrm>
            <a:off x="7260336" y="3310127"/>
            <a:ext cx="1051560" cy="530352"/>
          </a:xfrm>
          <a:prstGeom prst="roundRect">
            <a:avLst>
              <a:gd name="adj" fmla="val 5217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260336" y="3310127"/>
            <a:ext cx="1051560" cy="2863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Bloquear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fecha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260336" y="3585911"/>
            <a:ext cx="1051560" cy="254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salon cerrado ese dia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8311896" y="3575303"/>
            <a:ext cx="118871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ectangle 134"/>
          <p:cNvSpPr/>
          <p:nvPr/>
        </p:nvSpPr>
        <p:spPr>
          <a:xfrm>
            <a:off x="8430767" y="3310127"/>
            <a:ext cx="1051560" cy="530352"/>
          </a:xfrm>
          <a:prstGeom prst="roundRect">
            <a:avLst>
              <a:gd name="adj" fmla="val 5217"/>
            </a:avLst>
          </a:prstGeom>
          <a:solidFill>
            <a:srgbClr val="3A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430767" y="3310127"/>
            <a:ext cx="1051560" cy="2863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FEFEFE"/>
                </a:solidFill>
              </a:rPr>
              <a:t>Fecha</a:t>
            </a:r>
            <a:br>
              <a:rPr lang="es-GT"/>
            </a:br>
            <a:r>
              <a:rPr sz="750" b="1" i="0">
                <a:solidFill>
                  <a:srgbClr val="FEFEFE"/>
                </a:solidFill>
              </a:rPr>
              <a:t>bloqueada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430767" y="3585911"/>
            <a:ext cx="1051560" cy="254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8A7860"/>
                </a:solidFill>
              </a:rPr>
              <a:t>sin reservas disponibles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3703320" y="3950208"/>
            <a:ext cx="1207008" cy="530352"/>
          </a:xfrm>
          <a:prstGeom prst="roundRect">
            <a:avLst>
              <a:gd name="adj" fmla="val 4545"/>
            </a:avLst>
          </a:prstGeom>
          <a:solidFill>
            <a:srgbClr val="E8DDD0"/>
          </a:solidFill>
          <a:ln w="9525">
            <a:solidFill>
              <a:srgbClr val="C0B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3703320" y="3950208"/>
            <a:ext cx="64008" cy="530352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3794759" y="409651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3A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3794759" y="4096512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1" i="0">
                <a:solidFill>
                  <a:srgbClr val="FEFEFE"/>
                </a:solidFill>
              </a:rPr>
              <a:t>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087368" y="3950208"/>
            <a:ext cx="7955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i="0">
                <a:solidFill>
                  <a:srgbClr val="28201A"/>
                </a:solidFill>
              </a:rPr>
              <a:t>Promociones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4910328" y="4215384"/>
            <a:ext cx="9144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Rectangle 143"/>
          <p:cNvSpPr/>
          <p:nvPr/>
        </p:nvSpPr>
        <p:spPr>
          <a:xfrm>
            <a:off x="4919472" y="3950208"/>
            <a:ext cx="1051560" cy="530352"/>
          </a:xfrm>
          <a:prstGeom prst="roundRect">
            <a:avLst>
              <a:gd name="adj" fmla="val 5217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4919472" y="3950208"/>
            <a:ext cx="1051560" cy="2863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Ver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promos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919472" y="4225991"/>
            <a:ext cx="1051560" cy="254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activas e inactivas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5971031" y="4215384"/>
            <a:ext cx="118873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Rectangle 147"/>
          <p:cNvSpPr/>
          <p:nvPr/>
        </p:nvSpPr>
        <p:spPr>
          <a:xfrm>
            <a:off x="6089904" y="3950208"/>
            <a:ext cx="1051560" cy="530352"/>
          </a:xfrm>
          <a:prstGeom prst="roundRect">
            <a:avLst>
              <a:gd name="adj" fmla="val 5217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6089904" y="3950208"/>
            <a:ext cx="1051560" cy="2863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Crear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promo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089904" y="4225991"/>
            <a:ext cx="1051560" cy="254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descuento · fechas · cond.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7141464" y="4215384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Rectangle 151"/>
          <p:cNvSpPr/>
          <p:nvPr/>
        </p:nvSpPr>
        <p:spPr>
          <a:xfrm>
            <a:off x="7260336" y="3950208"/>
            <a:ext cx="1051560" cy="530352"/>
          </a:xfrm>
          <a:prstGeom prst="roundRect">
            <a:avLst>
              <a:gd name="adj" fmla="val 5217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260336" y="3950208"/>
            <a:ext cx="1051560" cy="2863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Editar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promo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260336" y="4225991"/>
            <a:ext cx="1051560" cy="254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actualizar datos</a:t>
            </a:r>
          </a:p>
        </p:txBody>
      </p:sp>
      <p:cxnSp>
        <p:nvCxnSpPr>
          <p:cNvPr id="155" name="Connector 154"/>
          <p:cNvCxnSpPr/>
          <p:nvPr/>
        </p:nvCxnSpPr>
        <p:spPr>
          <a:xfrm>
            <a:off x="8311896" y="4215384"/>
            <a:ext cx="118871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Rectangle 155"/>
          <p:cNvSpPr/>
          <p:nvPr/>
        </p:nvSpPr>
        <p:spPr>
          <a:xfrm>
            <a:off x="8430767" y="3950208"/>
            <a:ext cx="1051560" cy="530352"/>
          </a:xfrm>
          <a:prstGeom prst="roundRect">
            <a:avLst>
              <a:gd name="adj" fmla="val 5217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8430767" y="3950208"/>
            <a:ext cx="1051560" cy="2863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Activar /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Desactivar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430767" y="4225991"/>
            <a:ext cx="1051560" cy="254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visible a los clientes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703320" y="4590288"/>
            <a:ext cx="1207008" cy="530352"/>
          </a:xfrm>
          <a:prstGeom prst="roundRect">
            <a:avLst>
              <a:gd name="adj" fmla="val 4545"/>
            </a:avLst>
          </a:prstGeom>
          <a:solidFill>
            <a:srgbClr val="E8DDD0"/>
          </a:solidFill>
          <a:ln w="9525">
            <a:solidFill>
              <a:srgbClr val="C0B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3703320" y="4590288"/>
            <a:ext cx="64008" cy="530352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3794759" y="473659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3A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3794759" y="4736592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1" i="0">
                <a:solidFill>
                  <a:srgbClr val="FEFEFE"/>
                </a:solidFill>
              </a:rPr>
              <a:t>7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087368" y="4590288"/>
            <a:ext cx="7955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i="0">
                <a:solidFill>
                  <a:srgbClr val="28201A"/>
                </a:solidFill>
              </a:rPr>
              <a:t>Reportes</a:t>
            </a:r>
          </a:p>
        </p:txBody>
      </p:sp>
      <p:cxnSp>
        <p:nvCxnSpPr>
          <p:cNvPr id="164" name="Connector 163"/>
          <p:cNvCxnSpPr/>
          <p:nvPr/>
        </p:nvCxnSpPr>
        <p:spPr>
          <a:xfrm>
            <a:off x="4910328" y="4855464"/>
            <a:ext cx="9144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Rectangle 164"/>
          <p:cNvSpPr/>
          <p:nvPr/>
        </p:nvSpPr>
        <p:spPr>
          <a:xfrm>
            <a:off x="4919472" y="4590288"/>
            <a:ext cx="1051560" cy="530352"/>
          </a:xfrm>
          <a:prstGeom prst="roundRect">
            <a:avLst>
              <a:gd name="adj" fmla="val 5217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4919472" y="4590288"/>
            <a:ext cx="1051560" cy="2863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Elegir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periodo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919472" y="4866071"/>
            <a:ext cx="1051560" cy="254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rango de fechas</a:t>
            </a:r>
          </a:p>
        </p:txBody>
      </p:sp>
      <p:cxnSp>
        <p:nvCxnSpPr>
          <p:cNvPr id="168" name="Connector 167"/>
          <p:cNvCxnSpPr/>
          <p:nvPr/>
        </p:nvCxnSpPr>
        <p:spPr>
          <a:xfrm>
            <a:off x="5971031" y="4855464"/>
            <a:ext cx="118873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Rectangle 168"/>
          <p:cNvSpPr/>
          <p:nvPr/>
        </p:nvSpPr>
        <p:spPr>
          <a:xfrm>
            <a:off x="6089904" y="4590288"/>
            <a:ext cx="1051560" cy="530352"/>
          </a:xfrm>
          <a:prstGeom prst="roundRect">
            <a:avLst>
              <a:gd name="adj" fmla="val 5217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089904" y="4590288"/>
            <a:ext cx="1051560" cy="2863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Ver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ingresos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089904" y="4866071"/>
            <a:ext cx="1051560" cy="254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total facturado</a:t>
            </a:r>
          </a:p>
        </p:txBody>
      </p:sp>
      <p:cxnSp>
        <p:nvCxnSpPr>
          <p:cNvPr id="172" name="Connector 171"/>
          <p:cNvCxnSpPr/>
          <p:nvPr/>
        </p:nvCxnSpPr>
        <p:spPr>
          <a:xfrm>
            <a:off x="7141464" y="4855464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Rectangle 172"/>
          <p:cNvSpPr/>
          <p:nvPr/>
        </p:nvSpPr>
        <p:spPr>
          <a:xfrm>
            <a:off x="7260336" y="4590288"/>
            <a:ext cx="1051560" cy="530352"/>
          </a:xfrm>
          <a:prstGeom prst="roundRect">
            <a:avLst>
              <a:gd name="adj" fmla="val 5217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7260336" y="4590288"/>
            <a:ext cx="1051560" cy="2863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Ver citas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260336" y="4866071"/>
            <a:ext cx="1051560" cy="254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completadas · canceladas</a:t>
            </a:r>
          </a:p>
        </p:txBody>
      </p:sp>
      <p:cxnSp>
        <p:nvCxnSpPr>
          <p:cNvPr id="176" name="Connector 175"/>
          <p:cNvCxnSpPr/>
          <p:nvPr/>
        </p:nvCxnSpPr>
        <p:spPr>
          <a:xfrm>
            <a:off x="8311896" y="4855464"/>
            <a:ext cx="118871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Rectangle 176"/>
          <p:cNvSpPr/>
          <p:nvPr/>
        </p:nvSpPr>
        <p:spPr>
          <a:xfrm>
            <a:off x="8430767" y="4590288"/>
            <a:ext cx="1051560" cy="530352"/>
          </a:xfrm>
          <a:prstGeom prst="roundRect">
            <a:avLst>
              <a:gd name="adj" fmla="val 5217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8430767" y="4590288"/>
            <a:ext cx="1051560" cy="2863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Por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estilista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8430767" y="4866071"/>
            <a:ext cx="1051560" cy="254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rendimiento individual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3703320" y="5230368"/>
            <a:ext cx="1207008" cy="530352"/>
          </a:xfrm>
          <a:prstGeom prst="roundRect">
            <a:avLst>
              <a:gd name="adj" fmla="val 4545"/>
            </a:avLst>
          </a:prstGeom>
          <a:solidFill>
            <a:srgbClr val="E8DDD0"/>
          </a:solidFill>
          <a:ln w="9525">
            <a:solidFill>
              <a:srgbClr val="C0B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3703320" y="5230368"/>
            <a:ext cx="64008" cy="530352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3794759" y="537667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3A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3794759" y="5376672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1" i="0">
                <a:solidFill>
                  <a:srgbClr val="FEFEFE"/>
                </a:solidFill>
              </a:rPr>
              <a:t>8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4087368" y="5230368"/>
            <a:ext cx="7955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i="0">
                <a:solidFill>
                  <a:srgbClr val="28201A"/>
                </a:solidFill>
              </a:rPr>
              <a:t>Recompensas</a:t>
            </a:r>
          </a:p>
        </p:txBody>
      </p:sp>
      <p:cxnSp>
        <p:nvCxnSpPr>
          <p:cNvPr id="185" name="Connector 184"/>
          <p:cNvCxnSpPr/>
          <p:nvPr/>
        </p:nvCxnSpPr>
        <p:spPr>
          <a:xfrm>
            <a:off x="4910328" y="5495544"/>
            <a:ext cx="9144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Rectangle 185"/>
          <p:cNvSpPr/>
          <p:nvPr/>
        </p:nvSpPr>
        <p:spPr>
          <a:xfrm>
            <a:off x="4919472" y="5230368"/>
            <a:ext cx="1051560" cy="530352"/>
          </a:xfrm>
          <a:prstGeom prst="roundRect">
            <a:avLst>
              <a:gd name="adj" fmla="val 5217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4919472" y="5230368"/>
            <a:ext cx="1051560" cy="2863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Ver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clientes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4919472" y="5506151"/>
            <a:ext cx="1051560" cy="254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puntos por cliente</a:t>
            </a:r>
          </a:p>
        </p:txBody>
      </p:sp>
      <p:cxnSp>
        <p:nvCxnSpPr>
          <p:cNvPr id="189" name="Connector 188"/>
          <p:cNvCxnSpPr/>
          <p:nvPr/>
        </p:nvCxnSpPr>
        <p:spPr>
          <a:xfrm>
            <a:off x="5971031" y="5495544"/>
            <a:ext cx="118873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Rectangle 189"/>
          <p:cNvSpPr/>
          <p:nvPr/>
        </p:nvSpPr>
        <p:spPr>
          <a:xfrm>
            <a:off x="6089904" y="5230368"/>
            <a:ext cx="1051560" cy="530352"/>
          </a:xfrm>
          <a:prstGeom prst="roundRect">
            <a:avLst>
              <a:gd name="adj" fmla="val 5217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6089904" y="5230368"/>
            <a:ext cx="1051560" cy="2863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Ver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historial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6089904" y="5506151"/>
            <a:ext cx="1051560" cy="254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movimientos de puntos</a:t>
            </a:r>
          </a:p>
        </p:txBody>
      </p:sp>
      <p:cxnSp>
        <p:nvCxnSpPr>
          <p:cNvPr id="193" name="Connector 192"/>
          <p:cNvCxnSpPr/>
          <p:nvPr/>
        </p:nvCxnSpPr>
        <p:spPr>
          <a:xfrm>
            <a:off x="7141464" y="5495544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Rectangle 193"/>
          <p:cNvSpPr/>
          <p:nvPr/>
        </p:nvSpPr>
        <p:spPr>
          <a:xfrm>
            <a:off x="7260336" y="5230368"/>
            <a:ext cx="1051560" cy="530352"/>
          </a:xfrm>
          <a:prstGeom prst="roundRect">
            <a:avLst>
              <a:gd name="adj" fmla="val 5217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7260336" y="5230368"/>
            <a:ext cx="1051560" cy="2863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Puntos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automaticos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7260336" y="5506151"/>
            <a:ext cx="1051560" cy="254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al completar cita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3703320" y="5870448"/>
            <a:ext cx="1207008" cy="530352"/>
          </a:xfrm>
          <a:prstGeom prst="roundRect">
            <a:avLst>
              <a:gd name="adj" fmla="val 4545"/>
            </a:avLst>
          </a:prstGeom>
          <a:solidFill>
            <a:srgbClr val="E8DDD0"/>
          </a:solidFill>
          <a:ln w="9525">
            <a:solidFill>
              <a:srgbClr val="C0B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3703320" y="5870448"/>
            <a:ext cx="64008" cy="530352"/>
          </a:xfrm>
          <a:prstGeom prst="rect">
            <a:avLst/>
          </a:prstGeom>
          <a:solidFill>
            <a:srgbClr val="C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3794759" y="601675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3A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3794759" y="6016752"/>
            <a:ext cx="237744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1" i="0">
                <a:solidFill>
                  <a:srgbClr val="FEFEFE"/>
                </a:solidFill>
              </a:rPr>
              <a:t>9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4087368" y="5870448"/>
            <a:ext cx="79552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i="0">
                <a:solidFill>
                  <a:srgbClr val="28201A"/>
                </a:solidFill>
              </a:rPr>
              <a:t>Notificaciones</a:t>
            </a:r>
          </a:p>
        </p:txBody>
      </p:sp>
      <p:cxnSp>
        <p:nvCxnSpPr>
          <p:cNvPr id="202" name="Connector 201"/>
          <p:cNvCxnSpPr/>
          <p:nvPr/>
        </p:nvCxnSpPr>
        <p:spPr>
          <a:xfrm>
            <a:off x="4910328" y="6135624"/>
            <a:ext cx="9144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Rectangle 202"/>
          <p:cNvSpPr/>
          <p:nvPr/>
        </p:nvSpPr>
        <p:spPr>
          <a:xfrm>
            <a:off x="4919472" y="5870448"/>
            <a:ext cx="1051560" cy="530352"/>
          </a:xfrm>
          <a:prstGeom prst="roundRect">
            <a:avLst>
              <a:gd name="adj" fmla="val 5217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4919472" y="5870448"/>
            <a:ext cx="1051560" cy="2863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Crear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notificacion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4919472" y="6146231"/>
            <a:ext cx="1051560" cy="254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nueva alerta o mensaje</a:t>
            </a:r>
          </a:p>
        </p:txBody>
      </p:sp>
      <p:cxnSp>
        <p:nvCxnSpPr>
          <p:cNvPr id="206" name="Connector 205"/>
          <p:cNvCxnSpPr/>
          <p:nvPr/>
        </p:nvCxnSpPr>
        <p:spPr>
          <a:xfrm>
            <a:off x="5971031" y="6135624"/>
            <a:ext cx="118873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Rectangle 206"/>
          <p:cNvSpPr/>
          <p:nvPr/>
        </p:nvSpPr>
        <p:spPr>
          <a:xfrm>
            <a:off x="6089904" y="5870448"/>
            <a:ext cx="1051560" cy="530352"/>
          </a:xfrm>
          <a:prstGeom prst="roundRect">
            <a:avLst>
              <a:gd name="adj" fmla="val 5217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6089904" y="5870448"/>
            <a:ext cx="1051560" cy="2863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Redactar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mensaje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6089904" y="6146231"/>
            <a:ext cx="1051560" cy="254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titulo y contenido</a:t>
            </a:r>
          </a:p>
        </p:txBody>
      </p:sp>
      <p:cxnSp>
        <p:nvCxnSpPr>
          <p:cNvPr id="210" name="Connector 209"/>
          <p:cNvCxnSpPr/>
          <p:nvPr/>
        </p:nvCxnSpPr>
        <p:spPr>
          <a:xfrm>
            <a:off x="7141464" y="6135624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Rectangle 210"/>
          <p:cNvSpPr/>
          <p:nvPr/>
        </p:nvSpPr>
        <p:spPr>
          <a:xfrm>
            <a:off x="7260336" y="5870448"/>
            <a:ext cx="1051560" cy="530352"/>
          </a:xfrm>
          <a:prstGeom prst="roundRect">
            <a:avLst>
              <a:gd name="adj" fmla="val 5217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7260336" y="5870448"/>
            <a:ext cx="1051560" cy="2863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Elegir</a:t>
            </a:r>
            <a:br>
              <a:rPr lang="es-GT"/>
            </a:br>
            <a:r>
              <a:rPr sz="750" b="1" i="0">
                <a:solidFill>
                  <a:srgbClr val="28201A"/>
                </a:solidFill>
              </a:rPr>
              <a:t>destinatarios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7260336" y="6146231"/>
            <a:ext cx="1051560" cy="254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todos · estilistas · clientes</a:t>
            </a:r>
          </a:p>
        </p:txBody>
      </p:sp>
      <p:cxnSp>
        <p:nvCxnSpPr>
          <p:cNvPr id="214" name="Connector 213"/>
          <p:cNvCxnSpPr/>
          <p:nvPr/>
        </p:nvCxnSpPr>
        <p:spPr>
          <a:xfrm>
            <a:off x="8311896" y="6135624"/>
            <a:ext cx="118871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Rectangle 214"/>
          <p:cNvSpPr/>
          <p:nvPr/>
        </p:nvSpPr>
        <p:spPr>
          <a:xfrm>
            <a:off x="8430767" y="5870448"/>
            <a:ext cx="1051560" cy="530352"/>
          </a:xfrm>
          <a:prstGeom prst="roundRect">
            <a:avLst>
              <a:gd name="adj" fmla="val 5217"/>
            </a:avLst>
          </a:prstGeom>
          <a:solidFill>
            <a:srgbClr val="FFFDF9"/>
          </a:solidFill>
          <a:ln w="9525">
            <a:solidFill>
              <a:srgbClr val="CE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8430767" y="5870448"/>
            <a:ext cx="1051560" cy="2863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28201A"/>
                </a:solidFill>
              </a:rPr>
              <a:t>Enviar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8430767" y="6146231"/>
            <a:ext cx="1051560" cy="254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9E9082"/>
                </a:solidFill>
              </a:rPr>
              <a:t>push + correo electronico</a:t>
            </a:r>
          </a:p>
        </p:txBody>
      </p:sp>
      <p:cxnSp>
        <p:nvCxnSpPr>
          <p:cNvPr id="218" name="Connector 217"/>
          <p:cNvCxnSpPr/>
          <p:nvPr/>
        </p:nvCxnSpPr>
        <p:spPr>
          <a:xfrm>
            <a:off x="9482328" y="6135624"/>
            <a:ext cx="118872" cy="0"/>
          </a:xfrm>
          <a:prstGeom prst="line">
            <a:avLst/>
          </a:prstGeom>
          <a:ln w="12700">
            <a:solidFill>
              <a:srgbClr val="B8A890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Rectangle 218"/>
          <p:cNvSpPr/>
          <p:nvPr/>
        </p:nvSpPr>
        <p:spPr>
          <a:xfrm>
            <a:off x="9601200" y="5870448"/>
            <a:ext cx="1051560" cy="530352"/>
          </a:xfrm>
          <a:prstGeom prst="roundRect">
            <a:avLst>
              <a:gd name="adj" fmla="val 5217"/>
            </a:avLst>
          </a:prstGeom>
          <a:solidFill>
            <a:srgbClr val="3A2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9601200" y="5870448"/>
            <a:ext cx="1051560" cy="2863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1" i="0">
                <a:solidFill>
                  <a:srgbClr val="FEFEFE"/>
                </a:solidFill>
              </a:rPr>
              <a:t>Notificacion</a:t>
            </a:r>
            <a:br>
              <a:rPr lang="es-GT"/>
            </a:br>
            <a:r>
              <a:rPr sz="750" b="1" i="0">
                <a:solidFill>
                  <a:srgbClr val="FEFEFE"/>
                </a:solidFill>
              </a:rPr>
              <a:t>Enviada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9601200" y="6146231"/>
            <a:ext cx="1051560" cy="254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" b="0" i="0">
                <a:solidFill>
                  <a:srgbClr val="8A7860"/>
                </a:solidFill>
              </a:rPr>
              <a:t>registro en historial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